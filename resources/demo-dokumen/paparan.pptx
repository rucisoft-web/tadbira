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Paparan Kemajuan Kegiatan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CONTOH DOKUMEN DATA DEMO TADBIRA. Bukan dokumen resmi; isi dan angka adalah rekaan untuk belajar.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Kemajuan dan jadwal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Kemajuan aktual vs rencana, jalur kritis, dan tonggak berikutnya.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Anggaran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Pagu, realisasi, dan rencana penyerapan.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Tindak lanjut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Keputusan yang diperlukan dari pimpinan.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